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17"/>
    <p:sldId id="267" r:id="rId18"/>
    <p:sldId id="268" r:id="rId19"/>
    <p:sldId id="269" r:id="rId20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5FCB9E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— PROJETO DE DESENVOLVIMENTO DE API 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ServiceHub API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em Spring Boot 3.2 + Java 21 — agora com JWT, GraphQL, testes e Docker Compose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215000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77640"/>
            <a:ext cx="215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40080" y="3977640"/>
            <a:ext cx="1559052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0080" y="397764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9132" y="3977640"/>
            <a:ext cx="205000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9132" y="3977640"/>
            <a:ext cx="205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Flyway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49132" y="3977640"/>
            <a:ext cx="185000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9132" y="3977640"/>
            <a:ext cx="185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+ Swagger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49132" y="3977640"/>
            <a:ext cx="90000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49132" y="3977640"/>
            <a:ext cx="9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github.com/Danienis/servicehub-api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— 6º período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ServiceHub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API REST de marketplace de serviços: prestadores cadastram serviços, clientes os contratam por ordens de serviço, acompanham o status e avaliam o resultado — tudo protegido por JWT e papéis (ADMIN, PROVIDER, CLIENT).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FCB9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906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3.2.5 · Java 21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649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Data JPA, Validation, Security e GraphQL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9044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FCB9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49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H2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no Docker Compose; H2 em memória para demo e testes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6285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FCB9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074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6817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V1–V6 alinhadas ao servicehub_schema.sql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22122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FCB9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657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Swagger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34009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Login/refresh, roles no token e Swagger com Bearer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4754880" cy="4892040"/>
          </a:xfrm>
          <a:prstGeom prst="roundRect">
            <a:avLst>
              <a:gd name="adj" fmla="val 1923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1645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CAMADAS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2148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com.servicehub.</a:t>
            </a:r>
            <a:pPr indent="0" marL="0">
              <a:buNone/>
            </a:pPr>
            <a:r>
              <a:rPr lang="en-US" sz="1250" b="1" dirty="0">
                <a:solidFill>
                  <a:srgbClr val="5FC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controller/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69480" y="238658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User, ServiceOffering, ServiceOrder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69480" y="2715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com.servicehub.</a:t>
            </a:r>
            <a:pPr indent="0" marL="0">
              <a:buNone/>
            </a:pPr>
            <a:r>
              <a:rPr lang="en-US" sz="1250" b="1" dirty="0">
                <a:solidFill>
                  <a:srgbClr val="5FC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service/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69480" y="29535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Regras: ordens, avaliações, sanitização, auth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69480" y="3282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com.servicehub.</a:t>
            </a:r>
            <a:pPr indent="0" marL="0">
              <a:buNone/>
            </a:pPr>
            <a:r>
              <a:rPr lang="en-US" sz="1250" b="1" dirty="0">
                <a:solidFill>
                  <a:srgbClr val="5FC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repository/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69480" y="35204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+ Specifications (filtros) e EntityGraph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69480" y="3849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com.servicehub.</a:t>
            </a:r>
            <a:pPr indent="0" marL="0">
              <a:buNone/>
            </a:pPr>
            <a:r>
              <a:rPr lang="en-US" sz="1250" b="1" dirty="0">
                <a:solidFill>
                  <a:srgbClr val="5FC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69480" y="40873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ServiceOffering, ServiceOrder, Review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69480" y="4416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com.servicehub.</a:t>
            </a:r>
            <a:pPr indent="0" marL="0">
              <a:buNone/>
            </a:pPr>
            <a:r>
              <a:rPr lang="en-US" sz="1250" b="1" dirty="0">
                <a:solidFill>
                  <a:srgbClr val="5FC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dto/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69480" y="46542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 + ErrorResponse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69480" y="4983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com.servicehub.security/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269480" y="522122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JwtService, JwtAuthFilter, AuthUser (+ SecurityConfig)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69480" y="5550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com.servicehub.</a:t>
            </a:r>
            <a:pPr indent="0" marL="0">
              <a:buNone/>
            </a:pPr>
            <a:r>
              <a:rPr lang="en-US" sz="1250" b="1" dirty="0">
                <a:solidFill>
                  <a:srgbClr val="5FC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269480" y="57881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OpenApiConfig — metadados do Swagger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request ao banco: separação de responsabilidades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request, valida (@Valid), aplica @PreAuthorize por papel e devolve o status correto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2968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negócio, sanitização, dono do recurso (anti-BOLA), máquina de estados e snapshot de preço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72784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103120"/>
            <a:ext cx="457200" cy="457200"/>
          </a:xfrm>
          <a:prstGeom prst="ellipse">
            <a:avLst/>
          </a:prstGeom>
          <a:solidFill>
            <a:srgbClr val="5FCB9E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01384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1384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Specifications; consultas sempre parametrizadas (sem SQL concatenado)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97112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34856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1031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63456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/ H2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63456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versionado via Flyway (V1–V6); H2 em memória para demo e testes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nenhuma regra de negócio no Controller — e nenhuma rota sensível sem autenticação ou papel.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completo — agora protegido por JWT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 e DELETE em Usuários e Serviços, mais Ordens de serviço e Autenticação; todas as operações com summary e description. Use Authorize (Bearer) no Swagger.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4434840"/>
          </a:xfrm>
          <a:prstGeom prst="roundRect">
            <a:avLst>
              <a:gd name="adj" fmla="val 1649"/>
            </a:avLst>
          </a:prstGeom>
          <a:solidFill>
            <a:srgbClr val="EAF3F8"/>
          </a:solidFill>
          <a:ln w="12700">
            <a:solidFill>
              <a:srgbClr val="D7E3EC"/>
            </a:solidFill>
            <a:prstDash val="solid"/>
          </a:ln>
        </p:spPr>
      </p:sp>
      <p:pic>
        <p:nvPicPr>
          <p:cNvPr id="6" name="Image 0" descr="/home/claude/assets/img_end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40134"/>
            <a:ext cx="9692640" cy="4286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Schemas: contratos de entrada e saída bem definidos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 Response nunca se misturam com a entidade JPA — DTOs próprios, ErrorResponse padronizado e senha sem aparecer em nenhuma resposta.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EAF3F8"/>
          </a:solidFill>
          <a:ln w="12700">
            <a:solidFill>
              <a:srgbClr val="D7E3EC"/>
            </a:solidFill>
            <a:prstDash val="solid"/>
          </a:ln>
        </p:spPr>
      </p:sp>
      <p:pic>
        <p:nvPicPr>
          <p:cNvPr id="6" name="Image 0" descr="/home/claude/assets/img_schem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30552"/>
            <a:ext cx="4974336" cy="19902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230533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UserRequest, UserResponse e ErrorResponse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44768" y="196596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EAF3F8"/>
          </a:solidFill>
          <a:ln w="12700">
            <a:solidFill>
              <a:srgbClr val="D7E3EC"/>
            </a:solidFill>
            <a:prstDash val="solid"/>
          </a:ln>
        </p:spPr>
      </p:sp>
      <p:pic>
        <p:nvPicPr>
          <p:cNvPr id="9" name="Image 1" descr="/home/claude/assets/img_schem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30552"/>
            <a:ext cx="4974336" cy="15231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3763460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ServiceRequest e ServiceResponse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 e erros consistentes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bem-sucedido devolve Location + corpo do recurso criado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Request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@Valid, JSON malformado ou filtro inválido — lista de campos em details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Found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inexistente (ou serviço excluído logicamente)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23544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negócio: e-mail duplicado, transição de status inválida, exclusão com ordens ativas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 (@RestControllerAdvice) centraliza toda essa lógica — o corpo do erro sempre segue o mesmo ErrorResponse (timestamp, status, error, message, path, details).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BASTIDORES DO DESENVOLVIMENTO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Dificuldades com a linguagem Java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" cy="9601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Verbosidade e tipagem estática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Vindo de linguagens mais soltas, escrever getters/setters, construtores e converter DTO ↔ entidade manualmente (antes de me acostumar com o padrão fromEntity()) tomou tempo — cada camada exige seu próprio objeto.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4864" cy="9601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791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do ecossistema Spring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cada anotação realmente faz na prática (@RestController, @Valid, @RestControllerAdvice, @Tag/@Operation do Swagger) exigiu ler bastante documentação antes de "clicar".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54864" cy="9601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4962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JPA/Hibernate por trás das entidades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18795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User e ServiceOffering (providerId) e entender quando o Hibernate gera o SQL sozinho vs. quando eu preciso de uma migration Flyway explícita foi um dos pontos que mais gerou erro em tempo de execução.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5776"/>
            <a:ext cx="54864" cy="9601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200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Exceções verificadas x não verificadas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35838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entre lançar exceções customizadas (ResourceNotFoundException, BusinessException) e deixar o Spring tratar automaticamente exigiu entender melhor a hierarquia de exceptions do Java.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BASTIDORES DO DESENVOLVIMENTO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 e o ambiente de build: o maior gargalo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1722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DEU TRABALHO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3408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45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1284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o Maven e configurar corretamente as variáveis MAVEN_HOME e o PATH — sem isso o mvn não era reconhecido no terminal.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9992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453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7121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a versão certa do JDK (Java 21) apontada no JAVA_HOME, já que uma versão desatualizada quebrava o build silenciosamente.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453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2958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./mvnw clean verify baixando o mundo inteiro do Maven Central — build lento e sensível a qualquer instabilidade de rede/proxy.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3159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4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879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pom.xml: diferença entre dependency, plugin e o que o spring-boot-starter-parent já resolve nas versões por baixo dos panos.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9743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4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8463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compilação pouco claros no console quando uma dependência (Lombok, Flyway) não batia com a versão do Spring Boot Parent.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1554480"/>
            <a:ext cx="4709160" cy="4846320"/>
          </a:xfrm>
          <a:prstGeom prst="roundRect">
            <a:avLst>
              <a:gd name="adj" fmla="val 1942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RESOLVEU / APRENDIZADO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6948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3800" y="221284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wrapper ./mvnw em vez do Maven instalado globalmente — evita divergência de versão entre máquinas.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31089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mvn -N wrapper:wrapper quando o wrapper não vinha no pacote do projeto.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400507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 perfil H2 (sem Docker) do perfil postgres — permitiu validar o CRUD localmente sem depender do banco em produção.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4946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43800" y="490118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log de erro do Maven de baixo para cima: a causa raiz normalmente está no final do stack trace, não no topo.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está pronto e o que vem a seguir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EAF3F8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IMPLEMENTADO NESTE CHECKPOINT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21579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(login, refresh, roles) e @PreAuthorize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273405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Validação, sanitização, CORS e erros padronizados (401/403/409)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36499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331012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de serviço, avaliações, paginação e filtros de serviços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94106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V3–V6 do schema + índices; GraphQL alternativo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4517136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" y="44622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(unitário, MockMvc e integração)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0932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503834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(API + Postgres) com healthcheck e .env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PRÓXIMOS PASSOS ATÉ A ENTREGA FINAL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2128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93408" y="21579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e validar em máquina local (./mvnw clean verify) e conferir a cobertura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28986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93408" y="28437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REST × GraphQL e rodar o EXPLAIN com volume de dados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35844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93408" y="35295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(Bucket4j) no login e atualizar as capturas do Swagger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42702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93408" y="42153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schema em banco vazio contra o servicehub_schema.sql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49560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93408" y="49011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 demonstração (ex.: Render/Railway) para a apresentação final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291840" cy="3291840"/>
          </a:xfrm>
          <a:prstGeom prst="ellipse">
            <a:avLst/>
          </a:prstGeom>
          <a:solidFill>
            <a:srgbClr val="5FCB9E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github.com/Danienis/servicehub-api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atualizado · Swagger UI em /swagger-ui.html · GraphiQL em /graphiql · Checkpoint 2 — Engenharia de Software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e autorização com respostas padronizadas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Unauthorized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token, token adulterado/expirado, refresh usado como access, usuário inativo ou senha errada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Forbidden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sem permissão (@PreAuthorize) ou recurso de outro usuário (proteção contra BOLA)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das ordens: não contratar o próprio serviço, uma avaliação por ordem, só avaliar COMPLETED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23544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Error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inesperado: mensagem genérica, stack trace nunca exposto (apenas no log)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401/403 da cadeia de filtros e os do controller saem no mesmo ErrorResponse (RestSecurityHandlers + GlobalExceptionHandler).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stateless com controle de acesso por papel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valida e-mail e senha (BCrypt) e devolve access token (24 h) e refresh token (7 dias) com as roles no payload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2968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JWT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 lê o Bearer, valida assinatura, expiração e tipo e popula o SecurityContext; usuário inativo perde o acesso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72784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103120"/>
            <a:ext cx="457200" cy="457200"/>
          </a:xfrm>
          <a:prstGeom prst="ellipse">
            <a:avLst/>
          </a:prstGeom>
          <a:solidFill>
            <a:srgbClr val="5FCB9E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01384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1384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por papel (ADMIN, PROVIDER, CLIENT) + checagem de dono nos services — cada perfil só vê o que é seu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97112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34856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1031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63456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Proteções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63456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+ sanitização (XSS), CORS restrito, DTOs sem mass assignment, paginação máx. 50, erros sem stack trace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público só cria CLIENT ou PROVIDER; ADMIN é criado por seed ou por outro ADMIN.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final aplicado por novas migrations Flyway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· users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 (BCrypt), role, bio, avatar; e-mail sempre em minúsculas (CHECK); soft delete via is_active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2968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 · services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categorias, price &gt; 0, FK RESTRICT e índice parcial de categoria (só serviços ativos)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72784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103120"/>
            <a:ext cx="457200" cy="457200"/>
          </a:xfrm>
          <a:prstGeom prst="ellipse">
            <a:avLst/>
          </a:prstGeom>
          <a:solidFill>
            <a:srgbClr val="5FCB9E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01384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 · ordens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1384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service_requests com status controlado e total_price como snapshot do preço na contratação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97112" y="29260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34856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1031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63456" y="2724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V6 · reviews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63456" y="3127248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1–5, uma avaliação por ordem concluída (UNIQUE); média por serviço e por prestador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V1/V2 intocadas; as migrations abortam com mensagem clara se houver e-mails duplicados ou preço inválido.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ENTREGA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Testes, GraphQL, Docker e índices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+ Mockito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Unitários nos services, MockMvc nos controllers e integração com H2 (fluxo completo e segurança); JaCoCo para cobertura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GraphQL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alternativo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/graphql: providers, servicesByProvider e bookService, com o mesmo JWT; comparação com o REST documentada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 API + Postgres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multi-stage, healthchecks, volume pg_data, .env fora do Git e overrides dev/prod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148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FC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23544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11 · EXPLAIN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2918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do schema (inclusive parcial), remoção do redundante e roteiro com EXPLAIN (ANALYZE, BUFFERS)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no caminho: LazyInitializationException na listagem (EntityGraph) e erros do Spring que viravam 500.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2026-09-22T12:47:20Z</dcterms:created>
  <dcterms:modified xsi:type="dcterms:W3CDTF">2026-09-22T12:47:20Z</dcterms:modified>
</cp:coreProperties>
</file>